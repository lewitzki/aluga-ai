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Web para Aluguel de Ferramentas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detalhado do projeto, stack tecnológica e arquitetura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TCC · Laravel 13 + React 19 + Inertia.js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 do Projeto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o Aluga AI e qual problema resolve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Aplicação web para aluguel de ferramentas por período determinado (horas/dias).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Centraliza catálogo público, solicitação de empréstimos, cobrança e painéis administrativos.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Dois perfis principais: Cliente (aluga e cadastra ferramentas) e Admin (gerencia e monitora).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Experiência SPA moderna (React) com backend robusto (Laravel) via Inertia.js — sem API REST separada.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com pagamento simulado (gateway mock) para validar fluxo completo antes de integração real.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Documentação C4 (contexto, containers, componentes) e arquitetura detalhada em docs/.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Visão geral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Atores e Perfis de Usuário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interage com a plataforma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73152" cy="3200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98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Visitante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 catálogo público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 por texto, preço, disponibilidade e período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 detalhes das ferramentas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precisa estar autenticado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73152" cy="3200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98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627632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Registro/login via Fortify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 empréstimos de ferramentas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Encerra empréstimos e paga (mock)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Cadastra e gerencia suas ferramentas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com histórico e totais pagos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188720"/>
            <a:ext cx="73152" cy="3200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298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627632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exclusivo via middleware admin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de ferramentas administradas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operacional (empréstimos ativos)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financeiro (pagamentos aprovados/pendentes)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e gestão de imagens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Atores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da Solução (C4)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Containers e fluxo técnico principal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Web (React + Inertia): interface para visitantes, clientes e admins.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Laravel: regras de negócio, autenticação, validação e orquestração HTTP.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relacional (SQLite em dev): usuários, ferramentas, empréstimos, pagamentos.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Armazenamento de mídia: disco público Laravel (storage/app/public) para fotos.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de pagamento mock: simula approved / failed / pending desacoplado por contrato.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Fluxo: Requisição → Controller → Inertia Response → React renderiza sem reload completo.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 habilitado (config/inertia.php) com tema persistido em cookie + localStorage.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Arquitetura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Tecnológica — Panorama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as tecnologias adotadas no projeto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Tecnologia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Versão / Uso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PHP 8.3+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Linguagem do backend; requisito mínimo do projeto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Laravel 13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 MVC, rotas, ORM, filas, storage e middleware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19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Biblioteca UI com TypeScript e React Compiler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TypeScript 5.7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Tipagem estática no frontend (modo strict)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Inertia.js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Ponte Laravel ↔ React sem API REST separada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Vite 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Bundler e dev server com HMR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 CSS 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Estilização utility-first com @theme e CSS variables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SQLite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Banco padrão de desenvolvimento e testes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Stack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— Laravel 13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o Laravel é utilizado no projeto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 enxutos em app/Http/Controllers orquestram fluxos (catálogo, empréstimos, admin).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Requests (app/Http/Requests) centralizam validação por contexto (Admin, Client, Settings).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Eloquent ORM: models User, Tool, ToolImage, Rental, Payment, PaymentHistory.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Enums PHP para PaymentStatus e status de empréstimo (scheduled, active, finished, late).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Services: RentalAvailabilityService, RentalClosureService, PaymentService, PaymentGatewayManager.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Policies e middleware EnsureUserIsAdmin / EnsureUserIsClient para autorização por perfil.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 HandleInertiaRequests compartilha auth.user, name e sidebarOpen globalmente.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 delete em ferramentas; CarbonImmutable para datas; queue listener no composer dev.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Backend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 — Laravel Fortify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 e controle de acesso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Fortify gerencia registro, login, reset de senha e verificação de e-mail.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customizadas apontam para páginas Inertia em resources/js/pages/auth/*.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 de dois fatores (2FA) com confirmação de senha e rate limiting.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Novos usuários registrados recebem perfil cliente automaticamente (CreateNewUser).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 auth + verified protege rotas sensíveis; throttle em alteração de senha.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LoginResponse customizada redireciona admin e cliente para dashboards distintos.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 Artisan users:create-initial-admin para criar primeiro administrador.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Autenticação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— React 19 + Inertia.js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moderna com navegação SPA-like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em resources/js/app.tsx: createInertiaApp, providers globais, tema e progress bar.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Inertia em resources/js/pages mapeadas por controllers ou Route::inertia().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Layouts por convenção: auth/* → AuthLayout; settings/* → AppLayout+SettingsLayout.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reutilizáveis em components/ e design system em components/ui (shadcn).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 customizados: use-appearance, use-mobile, use-initials, use-current-url.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Wayfinder (@laravel/vite-plugin-wayfinder): rotas tipadas geradas em resources/js/routes.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plugins: laravel-vite-plugin, @inertiajs/vite, @vitejs/plugin-react (React Compiler).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Navegação via Inertia Link mantendo semântica web e estado parcial do servidor.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Frontend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UI, Design System e Temas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4 + shadcn/ui + Radix UI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73152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527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58191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@theme e CSS variables em app.css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 @tailwindcss/vite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tw-animate-css para animações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43000"/>
            <a:ext cx="73152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527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shadcn/ui (new-york)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8191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Primitivos Radix UI acessíveis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class-variance-authority + clsx + tailwind-merge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Componentes: Button, Dialog, Sheet, Badge...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743200"/>
            <a:ext cx="73152" cy="1417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529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Tema Light/Dark/System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18211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 use-appearance.tsx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Persistência: localStorage + cookie appearance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 compatível via HandleAppearance middleware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743200"/>
            <a:ext cx="73152" cy="1417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8529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Bibliotecas visuais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18211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 React (ícones)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Sonner (toasts/notificações)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UI (componentes complementares)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UI/Design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de Dados e Domínio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Modelagem e persistência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Tecnologia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Versão / Uso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Usuários com perfil admin/cliente, 2FA, verificação de e-mail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Ferramentas: nome, descrição, valor/hora, disponibilidade, owner_id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tool_images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Até 10 imagens por ferramenta (jpeg/png/webp, máx. 5 MB)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rentals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Empréstimos: período, status, snapshot de preço, valor estimado/final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Cobranças vinculadas ao encerramento do empréstimo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payment_histories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Histórico de transações do gateway mock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Migrations Eloquent · Factories para testes · Seeders (CatalogoInicialSeeder, usuários de teste)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Domínio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— Catálogo Público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ToolCatalogController e filtros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Listagem pública de ferramentas sem autenticação (ToolCatalogController).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Filtros: texto (nome/descrição), faixa de preço, disponibilidade e período desejado.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 de detalhe com imagem principal, valor por hora e estado operacional.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da ferramenta: disponível, emprestada, indisponível (marcada pelo proprietário).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de conflito de período via RentalAvailabilityService antes de criar empréstimo.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React: tool-card, páginas de catálogo e detalhe com Inertia props.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Catálogo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— Empréstimos e Alugueis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RentalComponent e regras de negócio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solicita empréstimo informando data/hora início e fim (fim &gt; início).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bloqueia sobreposição de períodos para a mesma ferramenta.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scheduled → active → finished ou late (atraso no encerramento).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do valor/hora da ferramenta salvo no momento da criação.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estimado calculado pelo período; mínimo faturável = 1 minuto.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Encerramento (RentalClosureService): calcula horas faturáveis, valor final e dispara pagamento.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é permitido excluir ferramenta com empréstimo ativo, atrasado ou agendado.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Empréstimos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— Pagamentos Mockados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PaymentGateway desacoplado para evolução futura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73152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9844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 PaymentGateway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em app/Contracts/PaymentGateway.php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PaymentGatewayManager seleciona implementação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MockPaymentGateway simula transações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Configuração em config/payment.php e .env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73152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9844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e fluxo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pending, approved, failed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Moeda padrão: BRL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PAYMENT_MOCK_DEFAULT_STATUS no .env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em payment_histories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Criado/atualizado no encerramento do empréstimo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preparada para substituir mock por gateway real (Stripe, PagSeguro, etc.) sem alterar contratos do domínio.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Pagamentos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— Cliente e Admin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Painéis operacionais e financeiros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73152" cy="3291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527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do Cliente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581912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Resumo: total pago e ferramentas cadastradas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Empréstimos ativos, agendados e atrasados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de empréstimos finalizados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Minhas Ferramentas: CRUD + upload de imagens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Encerramento de empréstimo com cálculo final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Controllers: HomeController, MyToolsController, ClientRentalClosureController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43000"/>
            <a:ext cx="73152" cy="3291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527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Painéis Admin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81912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Operacional: ferramentas cadastradas, disponíveis e emprestadas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por status, estado e busca textual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Financeiro: pagamentos aprovados, pendentes e recusados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financeiros por status e período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admin de ferramentas + gestão de fotos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AdminToolController, AdminFinanceDashboardController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Dashboards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e Qualidade de Código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automatizada e ferramentas de lint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Tecnologia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Versão / Uso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Pest PHP 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Testes Feature e Unit (php artisan test / composer test)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 1.60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Testes E2E no navegador (npm run test:e2e)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Laravel Pint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Formatação PHP (composer lint)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ESLint 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Lint JavaScript/TypeScript (npm run lint)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Prettier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Formatação frontend com plugin Tailwind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TypeScript strict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Verificação de tipos (npm run types:check)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Actions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 em push/PR: PHP 8.3–8.5, Node 22, build e Pest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Fluxos integrados: IntegratedClientFlowTest, IntegratedAdminFlowTest, IntegratedErrorCasesTest + specs E2E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Testes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do Projeto e DevOps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Organização de pastas e comandos de desenvolvimento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app/: Controllers, Models, Services, Enums, Policies, Middleware, Fortify Actions.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resources/js/: pages, layouts, components, hooks, lib, types, routes (Wayfinder).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database/: migrations, factories, seeders e assets do catálogo inicial.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tests/Feature + tests/Unit + e2e/: cobertura de fluxos completos e casos de erro.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docs/: arquitetura (5 docs), C4 (3 níveis), tasks concluídas e checklist MVP.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composer dev: servidor Laravel + queue:listen + Vite concurrently.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composer setup: install, migrate, npm build — onboarding completo.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composer ci:check: lint JS + format + types + testes PHP em um comando.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Estrutura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Técnico de uma Requisição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URL ao componente React renderizado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61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Requisição HTTP → routes/web.php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Middleware (auth, admin/client, Inertia, appearance)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391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Controller processa e retorna Inertia::render('Page', props)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780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HandleInertiaRequests injeta auth.user e dados globais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169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Vite entrega bundle React via laravel-vite-plugin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558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app.tsx resolve layout e monta página Inertia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30752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Componentes React renderizam UI com Tailwind + shadcn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169664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33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Ações do usuário → Inertia visit/post → ciclo reinicia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· Fluxo técnico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Aluga AI é um MVP completo de marketplace de aluguel de ferramentas.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moderna: Laravel 13 + React 19 + Inertia.js + Tailwind 4 + TypeScript.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monolítica bem estruturada com serviços de domínio desacoplados.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 robusta (Fortify + 2FA), autorização por perfil e validação em camadas.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automatizados (Pest + Playwright) e CI com GitHub Actions.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Pronto para evolução: gateway de pagamento real, banco PostgreSQL/MySQL, filas assíncronas.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Repositório: aluga-ai · Licença MIT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Aluga AI — Resumo Detalhado do Projeto</dc:title>
  <dc:subject>TCC — Plataforma de aluguel de ferramentas</dc:subject>
  <dc:creator>Aluga AI</dc:creator>
  <cp:lastModifiedBy>Aluga AI</cp:lastModifiedBy>
  <cp:revision>1</cp:revision>
  <dcterms:created xsi:type="dcterms:W3CDTF">2026-06-24T19:09:39Z</dcterms:created>
  <dcterms:modified xsi:type="dcterms:W3CDTF">2026-06-24T19:09:39Z</dcterms:modified>
</cp:coreProperties>
</file>